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E3203-E682-78C3-3B5C-378CB7A7DC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63222-E4A0-19E6-0F6A-EFBB87A82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BC241-52BF-CD22-EA3A-AC51A2921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7BA95-05C0-450A-8218-69F7D41B95C9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3B559-9B5B-A5A4-EF89-7688565C4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EF3B4-A26E-744F-963F-A0AC938F6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0088-34E2-4396-96A2-E52F77003B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707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707B7-E09F-0FAE-8BED-E2CA42297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5EDEF-9F30-D364-5FFF-2307968BC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227B9-E930-B302-46C8-6ADBF9D5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7BA95-05C0-450A-8218-69F7D41B95C9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09ACA-6C58-9BED-0A70-DEE6CB561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FF15F-034A-1778-2212-2C4F6970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0088-34E2-4396-96A2-E52F77003B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997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401A6-015A-E24B-B0B7-4C52ACBB3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9801A-A87A-22FF-F071-57DF82840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88364-7053-BF0F-976C-9731147DD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7BA95-05C0-450A-8218-69F7D41B95C9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60B22-014A-FB27-414C-AB97C2618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8CB29-0A2F-508C-FC4A-6DB37731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0088-34E2-4396-96A2-E52F77003B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709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5F0D1-38FB-1793-1CE0-26B99454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D7225-9198-CB87-7C41-906876300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22594-4F1D-182A-0788-5D67EDCB5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CD0C2-DA6D-2B26-F635-BA616C094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7BA95-05C0-450A-8218-69F7D41B95C9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48AE5-1142-5299-C59C-40202A96F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1D2DB-F380-BD02-F3CD-5F8DCA6D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0088-34E2-4396-96A2-E52F77003B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20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B2ECB-94C3-1510-A7AE-39ED34C4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F284F-115E-F243-342A-B73C69066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601F5-C40B-A0BE-2405-DA0374A24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AD3C9-A17C-FA7B-2B45-A6A2A0DBF3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35DF8D-5E2B-B4E9-4376-223318DA1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88EC59-FB77-C0C0-038E-6355B21C0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7BA95-05C0-450A-8218-69F7D41B95C9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9B261F-7296-10C4-608A-236ECB42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052BC2-B53D-9AD6-B154-FCDA5A861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0088-34E2-4396-96A2-E52F77003B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5801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379FC-3744-B93E-9180-48516C363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B7CC89-F6B7-7C6A-8859-705099C69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7BA95-05C0-450A-8218-69F7D41B95C9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6B60FA-27EB-8C28-2230-2D1F1DB36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91F36A-1E48-3C80-CBA0-60A4CD06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0088-34E2-4396-96A2-E52F77003B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44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9056F-A251-5065-0D43-21F509C1C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7BA95-05C0-450A-8218-69F7D41B95C9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277335-5886-BC20-B3D1-8BDDDC4E1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C7794-0344-2E42-DF96-1B2C89B22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0088-34E2-4396-96A2-E52F77003B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301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2A43E-370B-C318-A5A3-7F0B6E08B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7FED1-515B-C77A-9187-8E448597A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6DBAB-5E06-DC3E-7205-E22ACC452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3BCA1-3CB7-CB18-30B8-0F92FB2C4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7BA95-05C0-450A-8218-69F7D41B95C9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14BA1-18A0-A3EB-7085-D93B3336B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C5F14-989F-72F5-E85D-DA3A12352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0088-34E2-4396-96A2-E52F77003B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724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03BE9-DF43-A4F4-BB08-B1619A2F5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5B096C-5669-1EF2-C461-7782E2765F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9F036-CFEA-81A9-D473-D03F2A3BB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1DF36-01A0-668B-C6FA-DE8E897E5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7BA95-05C0-450A-8218-69F7D41B95C9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8A8BB-61F6-9B5B-B6F7-62508F144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ED902-E96F-70DF-DAEE-DEC56E739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0088-34E2-4396-96A2-E52F77003B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842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CD7-E2DF-07EB-3B49-20500858D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4C63A-4F00-067B-B669-93EF3AE8B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F1D6B-8F07-6CDB-705F-FA7E62369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7BA95-05C0-450A-8218-69F7D41B95C9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A07B7-FD13-FC49-C48F-456F932AA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4BEFB-B0DF-9BA7-1CAA-BE9F36C43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0088-34E2-4396-96A2-E52F77003B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175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B3B3E-CF04-20F7-31A0-2CA6DA9346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F92FEB-1CF7-0929-B74D-366FD8E92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7000A-EF45-C1E0-DED7-0E05A4DF7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7BA95-05C0-450A-8218-69F7D41B95C9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BE503-7B5E-5A9D-261D-CC427E534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87D79-1D45-6E49-0E9F-5EE0B499A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E0088-34E2-4396-96A2-E52F77003B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894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57F027-1D31-6D94-AA85-14F169C02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B9DE0-D1D9-E3D7-954B-1A122114D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2616-225A-5143-65AE-B5C9B85C8C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7BA95-05C0-450A-8218-69F7D41B95C9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8DC94-AE7C-766E-0C6F-488CB720A4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09E83-BE08-3FE0-DB6E-89D62024B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EE0088-34E2-4396-96A2-E52F77003B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44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14E607-25FC-D852-8AA4-F8527F7FC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00734"/>
            <a:ext cx="11963400" cy="4000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3F5074-EE28-4F1E-F1A0-144A1A1037B7}"/>
              </a:ext>
            </a:extLst>
          </p:cNvPr>
          <p:cNvSpPr txBox="1"/>
          <p:nvPr/>
        </p:nvSpPr>
        <p:spPr>
          <a:xfrm>
            <a:off x="238125" y="228600"/>
            <a:ext cx="11763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First</a:t>
            </a:r>
            <a:r>
              <a:rPr lang="es-ES" dirty="0"/>
              <a:t> run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37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C098C-8356-D796-942C-E3BFF48D1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3D4A17A-6CC1-0167-7BB3-64672F14A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862" y="1428750"/>
            <a:ext cx="7534275" cy="400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949704-6610-2A38-E2B1-345FC56F0420}"/>
              </a:ext>
            </a:extLst>
          </p:cNvPr>
          <p:cNvSpPr txBox="1"/>
          <p:nvPr/>
        </p:nvSpPr>
        <p:spPr>
          <a:xfrm>
            <a:off x="238125" y="228600"/>
            <a:ext cx="11763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First</a:t>
            </a:r>
            <a:r>
              <a:rPr lang="es-ES" dirty="0"/>
              <a:t> run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5817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06D06-CC6D-DC99-73E3-57C9933CF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8597A4-E5CC-F0D4-81C8-E0F5112410EE}"/>
              </a:ext>
            </a:extLst>
          </p:cNvPr>
          <p:cNvSpPr txBox="1"/>
          <p:nvPr/>
        </p:nvSpPr>
        <p:spPr>
          <a:xfrm>
            <a:off x="238125" y="228600"/>
            <a:ext cx="11763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Second</a:t>
            </a:r>
            <a:r>
              <a:rPr lang="es-ES" dirty="0"/>
              <a:t> run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95E0FD-B040-4C9F-018F-9F69ED137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7" y="1428750"/>
            <a:ext cx="1117282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65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E444E-230D-C3E1-5464-80742984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F4AB0D-86AD-4C58-62A9-651F3B1D8753}"/>
              </a:ext>
            </a:extLst>
          </p:cNvPr>
          <p:cNvSpPr txBox="1"/>
          <p:nvPr/>
        </p:nvSpPr>
        <p:spPr>
          <a:xfrm>
            <a:off x="238125" y="228600"/>
            <a:ext cx="11763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Second</a:t>
            </a:r>
            <a:r>
              <a:rPr lang="es-ES" dirty="0"/>
              <a:t> run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1D6519-3F87-3D0A-172B-CAB8F1363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5" y="1428750"/>
            <a:ext cx="874395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44D61D-1834-BAB6-5C41-89C380A8D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964942"/>
            <a:ext cx="5334000" cy="400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F1E215-4080-F07F-08F0-E54D28128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2964942"/>
            <a:ext cx="5334000" cy="4000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E6C206-197A-6F30-7DD9-CC3928A81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258318"/>
            <a:ext cx="5334000" cy="4000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D9A422-0889-4DD8-48F5-74526234E1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864" y="258318"/>
            <a:ext cx="5334000" cy="4000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A57AD8-95EB-CC58-E5AB-B41D134BC6FD}"/>
              </a:ext>
            </a:extLst>
          </p:cNvPr>
          <p:cNvSpPr txBox="1"/>
          <p:nvPr/>
        </p:nvSpPr>
        <p:spPr>
          <a:xfrm>
            <a:off x="10534650" y="1438275"/>
            <a:ext cx="142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First</a:t>
            </a:r>
            <a:r>
              <a:rPr lang="es-ES" dirty="0"/>
              <a:t> run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158FDF-F5D0-17E2-034A-6053395FB215}"/>
              </a:ext>
            </a:extLst>
          </p:cNvPr>
          <p:cNvSpPr txBox="1"/>
          <p:nvPr/>
        </p:nvSpPr>
        <p:spPr>
          <a:xfrm>
            <a:off x="10519410" y="3889486"/>
            <a:ext cx="142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Second</a:t>
            </a:r>
            <a:r>
              <a:rPr lang="es-ES" dirty="0"/>
              <a:t> run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639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12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Marfoli</dc:creator>
  <cp:lastModifiedBy>Alessandro Marfoli</cp:lastModifiedBy>
  <cp:revision>1</cp:revision>
  <dcterms:created xsi:type="dcterms:W3CDTF">2026-02-09T12:33:02Z</dcterms:created>
  <dcterms:modified xsi:type="dcterms:W3CDTF">2026-02-09T16:55:12Z</dcterms:modified>
</cp:coreProperties>
</file>